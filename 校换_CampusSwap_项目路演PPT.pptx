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F35"/>
          </a:solidFill>
          <a:ln w="12700">
            <a:solidFill>
              <a:srgbClr val="173F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685800"/>
            <a:ext cx="2926080" cy="2926080"/>
          </a:xfrm>
          <a:prstGeom prst="ellipse">
            <a:avLst/>
          </a:prstGeom>
          <a:solidFill>
            <a:srgbClr val="225345">
              <a:alpha val="82000"/>
            </a:srgbClr>
          </a:solidFill>
          <a:ln w="12700">
            <a:solidFill>
              <a:srgbClr val="2A6A59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1325880"/>
            <a:ext cx="1920240" cy="1920240"/>
          </a:xfrm>
          <a:prstGeom prst="ellipse">
            <a:avLst/>
          </a:prstGeom>
          <a:solidFill>
            <a:srgbClr val="52B788">
              <a:alpha val="92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2240280"/>
            <a:ext cx="1554480" cy="1554480"/>
          </a:xfrm>
          <a:prstGeom prst="ellipse">
            <a:avLst/>
          </a:prstGeom>
          <a:solidFill>
            <a:srgbClr val="F2C14E">
              <a:alpha val="85000"/>
            </a:srgbClr>
          </a:solidFill>
          <a:ln w="12700">
            <a:solidFill>
              <a:srgbClr val="F2C14E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60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76656" y="16733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E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CampusSwap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AI 智能匹配的校园闲置换物平台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" y="306324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闲鱼让闲置变现，校换让闲置变有用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" y="38862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5345"/>
          </a:solidFill>
          <a:ln w="12700">
            <a:solidFill>
              <a:srgbClr val="22534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913632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38862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5345"/>
          </a:solidFill>
          <a:ln w="12700">
            <a:solidFill>
              <a:srgbClr val="22534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3913632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价值评估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84448" y="388620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225345"/>
          </a:solidFill>
          <a:ln w="12700">
            <a:solidFill>
              <a:srgbClr val="22534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4448" y="3913632"/>
            <a:ext cx="13258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多边交换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48463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C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课程：智能商务设计与开发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C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项目类型：智能商务方案 + Demo 路演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C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汇报小组：第十小组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项目总览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我们不是帮学生卖东西，而是帮学生用闲置解决需求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把校园二手平台从“交易逻辑”改造成“需求逻辑”，聚焦低价值闲置、高频短期刚需和资源浪费问题。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75104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传统平台解决什么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331720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核心模式是卖货变现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用户先卖出，再购买目标物品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低价值闲置常常折价严重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1975104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校换解决什么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331720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直接把闲置换成所需资源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减少两次交易的时间和摩擦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让“不值得卖”的东西重新流通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1312" y="1975104"/>
            <a:ext cx="3145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为什么适合校园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11312" y="2331720"/>
            <a:ext cx="31455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学生短期刚需多，预算敏感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同校面交便利，信任更容易建立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毕业季与考试周会放大换物需求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1605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07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是一款面向大学生的 AI 智能换物平台，通过智能发布、价值评估、双边匹配、替代品推荐和多边交换机制，帮助用户不依赖现金交易也能快速满足新的需求。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场景背景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校园里有大量闲置，但现有流通方式并不适合它们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教材、台灯、雨伞、保温杯、风扇、计算器、收纳箱、行李箱是最常见的闲置品类。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47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FFF7E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47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47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15400" y="1920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FFF7EC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1947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保温杯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063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90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3063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FFF7E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3090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063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090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收纳箱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15400" y="3063240"/>
            <a:ext cx="2148840" cy="420624"/>
          </a:xfrm>
          <a:prstGeom prst="roundRect">
            <a:avLst>
              <a:gd name="adj" fmla="val 17391"/>
            </a:avLst>
          </a:prstGeom>
          <a:solidFill>
            <a:srgbClr val="FFF7EC"/>
          </a:solidFill>
          <a:ln w="12700">
            <a:solidFill>
              <a:srgbClr val="FFF7E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15400" y="3090672"/>
            <a:ext cx="2148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行李箱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45262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67258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当前处理方式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87552" y="50292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闲鱼、转转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微信群、QQ群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朋友圈或校园墙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45262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467258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现实结果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53712" y="50292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卖着亏，扔了可惜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留在宿舍占空间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真正有需求的人找不到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955280" y="452628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19872" y="467258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机会窗口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19872" y="5029200"/>
            <a:ext cx="3099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校内距离近，面交成本低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短期需求高频出现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适合用 AI 做智能撮合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商务问题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传统二手交易在校园场景里有四个核心痛点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这些痛点叠加后，会让很多低价值闲置根本无法完成有效流通。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29384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痛点一：折价严重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286000"/>
            <a:ext cx="4882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雨伞原价 70 元，二手只能卖 20 到 30 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商品功能没怎么变，价值损失却非常明显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929384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痛点二：低价值闲置难成交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28232" y="2286000"/>
            <a:ext cx="4882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收纳箱、插排、水杯、计算器等售价太低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买家觉得不值得跑一趟，卖家也懒得处理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803904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痛点三：学生缺的不是钱，而是刚需物品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96112" y="4160520"/>
            <a:ext cx="4882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考试前急需计算器，却不想为短期使用买新的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宿舍里常常已经存在可交换的等价值闲置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36576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3803904"/>
            <a:ext cx="4882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痛点四：传统平台流程冗长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28232" y="4160520"/>
            <a:ext cx="488289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发布商品、等待买家、讨价还价、卖出后再去购买目标物品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为了满足一个需求，往往要经历两次交易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核心洞察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校换把价值判断从“价格”转向“使用价值”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对低价值、高折价、短期刚需商品来说，交换比出售再购买更省时、更省钱，也更符合校园场景。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F8FBF9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848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传统平台逻辑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2697480"/>
            <a:ext cx="10058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7706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10058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7706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2697480"/>
            <a:ext cx="10058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77063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703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需要经历两次交易，成本高，折价明显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1828800"/>
            <a:ext cx="4754880" cy="2926080"/>
          </a:xfrm>
          <a:prstGeom prst="roundRect">
            <a:avLst>
              <a:gd name="adj" fmla="val 2500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校换平台逻辑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0" y="2697480"/>
            <a:ext cx="12344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27706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我有什么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2697480"/>
            <a:ext cx="12344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94192" y="27706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匹配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75520" y="2697480"/>
            <a:ext cx="1234440" cy="45720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48672" y="2770632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20840" y="3703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一步完成需求满足，更适合低价值闲置和短期刚需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43000" y="52578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FFF7EC"/>
          </a:solidFill>
          <a:ln w="12700">
            <a:solidFill>
              <a:srgbClr val="FFF7E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52852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传统平台关注：商品价格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5257800"/>
            <a:ext cx="2103120" cy="365760"/>
          </a:xfrm>
          <a:prstGeom prst="roundRect">
            <a:avLst>
              <a:gd name="adj" fmla="val 2000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52852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校换关注：使用价值与需求匹配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目标用户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三类用户都能从“换物”里获得比“卖货”更直接的收益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他们共同的特征是：预算敏感、时间有限、对即时需求有明显偏好。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510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用户一：闲置物品拥有者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31720"/>
            <a:ext cx="323697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卖不出去，折价严重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商品价值低，懒得发多个平台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更希望快速处理而不是追求高价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典型场景：宿舍清理、毕业季集中出闲置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82880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975104"/>
            <a:ext cx="32369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用户二：预算有限的学生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90872" y="2331720"/>
            <a:ext cx="323697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短期急需某个物品，不想买新的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愿意用已有闲置换取所需资源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看重匹配速度、校内面交和信任保障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典型场景：考试周、实习季、雨天临时需求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108960" cy="3474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85632" y="1975104"/>
            <a:ext cx="27797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用户三：毕业季学生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2331720"/>
            <a:ext cx="2779776" cy="2852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一次性产生大量闲置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希望在有限时间内快速流转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更愿意接受一对多或多边交换方案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典型场景：离校前一周集中清仓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核心方案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用户只需要说清楚“我有什么”和“我想要什么”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系统再把发布、价值换算、匹配和交换建议自动串起来。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1874520" cy="59436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587752"/>
            <a:ext cx="169164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我有什么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雨伞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44368" y="2514600"/>
            <a:ext cx="1874520" cy="59436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587752"/>
            <a:ext cx="169164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我想要什么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2514600"/>
            <a:ext cx="1965960" cy="59436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2587752"/>
            <a:ext cx="178308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匹配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推荐对象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2514600"/>
            <a:ext cx="1965960" cy="59436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2632" y="2587752"/>
            <a:ext cx="178308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价值评估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交换建议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2514600"/>
            <a:ext cx="1783080" cy="594360"/>
          </a:xfrm>
          <a:prstGeom prst="chevron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2912" y="2587752"/>
            <a:ext cx="1600200" cy="4846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完成换物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校内面交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886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4032504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用户提交的信息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33272" y="4389120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物品名称、成色、原价、使用时间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期望换取的物品或品类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388620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4032504"/>
            <a:ext cx="2916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系统输出结果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45152" y="4389120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匹配对象、匹配度、参考价值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没有完全匹配时给替代品推荐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3886200"/>
            <a:ext cx="2834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57032" y="4032504"/>
            <a:ext cx="25054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最终目标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57032" y="4389120"/>
            <a:ext cx="250545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让闲置资产直接变成所需资源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减少现金支出和等待时间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AI 智能商务设计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不是点缀，而是被嵌入到发布、估值、匹配和沟通的完整链路里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它既提升用户体验，也提高平台的流转效率。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5104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发布助手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31720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自动生成标题、描述、标签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降低发布门槛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182880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975104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价值评估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27832" y="2331720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根据原价、成色、时长给参考交换价值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减少纠纷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94960" y="182880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9552" y="1975104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智能匹配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559552" y="2331720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寻找最适合的换物对象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提高成交效率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26680" y="1828800"/>
            <a:ext cx="2148840" cy="1508760"/>
          </a:xfrm>
          <a:prstGeom prst="roundRect">
            <a:avLst>
              <a:gd name="adj" fmla="val 4848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91272" y="1975104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替代品推荐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91272" y="2331720"/>
            <a:ext cx="181965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没有精确匹配时推荐相近物品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提高成交率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1828800"/>
            <a:ext cx="1417320" cy="15087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22992" y="1975104"/>
            <a:ext cx="10881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客服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222992" y="2331720"/>
            <a:ext cx="10881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自动回复常见问题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减少重复沟通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84048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0782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嵌入的商业价值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498848"/>
            <a:ext cx="950976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标准化发布信息，降低交换纠纷，缩短匹配时间，提升平台对低价值闲置和长尾需求的处理能力。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核心创新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多边交换机制，是校换区别于闲鱼和微信群的最大亮点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传统平台通常只能做一对一交易，而校换可以识别交换闭环，让长尾闲置重新流通。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2194560"/>
            <a:ext cx="1243584" cy="1243584"/>
          </a:xfrm>
          <a:prstGeom prst="ellipse">
            <a:avLst/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505456"/>
            <a:ext cx="102412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有雨伞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想换计算器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40680" y="1508760"/>
            <a:ext cx="1243584" cy="1243584"/>
          </a:xfrm>
          <a:prstGeom prst="ellipse">
            <a:avLst/>
          </a:prstGeom>
          <a:solidFill>
            <a:srgbClr val="FFF4DF"/>
          </a:solidFill>
          <a:ln w="12700">
            <a:solidFill>
              <a:srgbClr val="F1D7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50408" y="1819656"/>
            <a:ext cx="102412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有计算器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想换教材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0" y="2788920"/>
            <a:ext cx="1243584" cy="1243584"/>
          </a:xfrm>
          <a:prstGeom prst="ellipse">
            <a:avLst/>
          </a:prstGeom>
          <a:solidFill>
            <a:srgbClr val="FDE7DE"/>
          </a:solidFill>
          <a:ln w="12700">
            <a:solidFill>
              <a:srgbClr val="F4C1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42248" y="3099816"/>
            <a:ext cx="1024128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有教材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想换雨伞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2743200"/>
            <a:ext cx="3063240" cy="-384048"/>
          </a:xfrm>
          <a:prstGeom prst="line">
            <a:avLst/>
          </a:prstGeom>
          <a:noFill/>
          <a:ln w="12700">
            <a:solidFill>
              <a:srgbClr val="2F8F6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75120" y="2240280"/>
            <a:ext cx="2395728" cy="1051560"/>
          </a:xfrm>
          <a:prstGeom prst="line">
            <a:avLst/>
          </a:prstGeom>
          <a:noFill/>
          <a:ln w="12700">
            <a:solidFill>
              <a:srgbClr val="F2C14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961120" y="3657600"/>
            <a:ext cx="-6263640" cy="164592"/>
          </a:xfrm>
          <a:prstGeom prst="line">
            <a:avLst/>
          </a:prstGeom>
          <a:noFill/>
          <a:ln w="12700">
            <a:solidFill>
              <a:srgbClr val="F08A5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283464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F8F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发现交换闭环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 → C → 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F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价值：把原本无法一对一成交的需求，通过多边交换重新撮合起来。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信任机制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物换物平台最怕信任问题，所以平台必须把认证、评价和安全交易设计进去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校换的核心不是放一个“交换”按钮，而是建立一个可持续运转的校园信用网络。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66544"/>
            <a:ext cx="3191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学生实名认证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423160"/>
            <a:ext cx="319125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支持学生证认证或校园邮箱认证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认证后展示“已认证学生”标识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降低冒用身份和诈骗风险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2066544"/>
            <a:ext cx="3191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信用评价系统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423160"/>
            <a:ext cx="319125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交换完成后双方互评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评价维度：真实性、守约情况、沟通体验、满意度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形成信用分、交换次数和好评率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09560" y="192024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74152" y="2066544"/>
            <a:ext cx="31912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校园安全交易点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74152" y="2423160"/>
            <a:ext cx="319125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推荐图书馆门口、教学楼大厅、食堂门口等公共区域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引导在熟悉、安全、便于验货的地点完成交换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产品结构与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MVP 先聚焦四个核心页面，保证方案能演示、逻辑能闭环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多边交换和高级推荐可以作为亮点展示，不必一开始就做成复杂系统。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1965960" cy="406908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" y="1965960"/>
            <a:ext cx="1764792" cy="3886200"/>
          </a:xfrm>
          <a:prstGeom prst="roundRect">
            <a:avLst>
              <a:gd name="adj" fmla="val 4663"/>
            </a:avLst>
          </a:prstGeom>
          <a:solidFill>
            <a:srgbClr val="F5FAF7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09397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441448"/>
            <a:ext cx="154533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换物广场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分类入口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推荐交换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80360" y="1874520"/>
            <a:ext cx="1965960" cy="406908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965960"/>
            <a:ext cx="1764792" cy="3886200"/>
          </a:xfrm>
          <a:prstGeom prst="roundRect">
            <a:avLst>
              <a:gd name="adj" fmla="val 4663"/>
            </a:avLst>
          </a:prstGeom>
          <a:solidFill>
            <a:srgbClr val="F5FAF7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09397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发布页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90672" y="2441448"/>
            <a:ext cx="154533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我有什么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我想要什么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生成描述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66360" y="1874520"/>
            <a:ext cx="1965960" cy="406908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1965960"/>
            <a:ext cx="1764792" cy="3886200"/>
          </a:xfrm>
          <a:prstGeom prst="roundRect">
            <a:avLst>
              <a:gd name="adj" fmla="val 4663"/>
            </a:avLst>
          </a:prstGeom>
          <a:solidFill>
            <a:srgbClr val="F5FAF7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209397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76672" y="2441448"/>
            <a:ext cx="154533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匹配对象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匹配度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替代品推荐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52360" y="1874520"/>
            <a:ext cx="1965960" cy="406908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2944" y="1965960"/>
            <a:ext cx="1764792" cy="3886200"/>
          </a:xfrm>
          <a:prstGeom prst="roundRect">
            <a:avLst>
              <a:gd name="adj" fmla="val 4663"/>
            </a:avLst>
          </a:prstGeom>
          <a:solidFill>
            <a:srgbClr val="F5FAF7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53528" y="209397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62672" y="2441448"/>
            <a:ext cx="154533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物品信息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参考价值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信用信息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38360" y="1874520"/>
            <a:ext cx="1965960" cy="406908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173F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38944" y="1965960"/>
            <a:ext cx="1764792" cy="3886200"/>
          </a:xfrm>
          <a:prstGeom prst="roundRect">
            <a:avLst>
              <a:gd name="adj" fmla="val 4663"/>
            </a:avLst>
          </a:prstGeom>
          <a:solidFill>
            <a:srgbClr val="F5FAF7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39528" y="2093976"/>
            <a:ext cx="1563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948672" y="2441448"/>
            <a:ext cx="1545336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认证状态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交换记录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信用分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商业模式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前期先验证需求和流转效率，收费设计保持轻量，和校园场景的低客单价相匹配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用户支付的不是商品本身，而是 AI 匹配、信用保障和平台撮合服务。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665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模式一：成功换物服务费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2423160"/>
            <a:ext cx="309981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发布不收费，仅对成功交换收费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 到 50 元参考价值：服务费 1 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50 到 100 元参考价值：服务费 2 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100 元以上：服务费 3 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0665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模式二：会员服务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53712" y="2423160"/>
            <a:ext cx="309981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9.9 元 / 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无限匹配次数、优先推荐、高级 AI 推荐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毕业季专属曝光和批量发布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92024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2066544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模式三：校园商家合作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19872" y="2423160"/>
            <a:ext cx="309981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合作对象：打印店、奶茶店、文具店、快递驿站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通过广告位、优惠券、联名活动获得收益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竞品分析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和闲鱼、微信群相比，校换的核心差异不在“也能发帖”，而在“把需求交换做成系统”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它更像一个校园场景下的资源交换引擎。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20240"/>
          <a:ext cx="10149840" cy="3520440"/>
        </p:xfrm>
        <a:graphic>
          <a:graphicData uri="http://schemas.openxmlformats.org/drawingml/2006/table">
            <a:tbl>
              <a:tblPr/>
              <a:tblGrid>
                <a:gridCol w="2537460"/>
                <a:gridCol w="2537460"/>
                <a:gridCol w="2537460"/>
                <a:gridCol w="25374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闲鱼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微信群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校换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核心模式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信息发布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换物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是否需要现金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通常需要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不需要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是否存在严重折价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智能匹配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多边交换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学生认证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信用体系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02A2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mid">
                    <a:lnL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8F68"/>
          </a:solidFill>
          <a:ln w="12700">
            <a:solidFill>
              <a:srgbClr val="2F8F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创新点与价值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校换的创新不只是“换物”两个字，而是把需求满足、智能匹配和校园信任机制组合成一个完整方案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1704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它同时有用户价值、校园价值和社会价值。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48640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5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75104"/>
            <a:ext cx="51572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六个创新点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2331720"/>
            <a:ext cx="515721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从二手交易升级为需求交换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利用 AI 做智能换物匹配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解决学生短期刚需问题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激活传统平台难流通的长尾闲置市场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多边交换机制提升资源利用率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学生认证和信用体系缓解信任问题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EAF7EF"/>
          </a:solidFill>
          <a:ln w="12700">
            <a:solidFill>
              <a:srgbClr val="BFE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975104"/>
            <a:ext cx="46085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65392" y="2331720"/>
            <a:ext cx="460857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对学生：减少现金支出，满足即时需求，提高闲置利用率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对学校：建设绿色校园，减少资源浪费，促进资源循环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对社会：契合循环经济、可持续发展和双碳战略理念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64008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  |  智能换物平台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3276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8F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校换 CampusSwap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58952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E7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答辩总结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14E42"/>
          </a:solidFill>
          <a:ln w="12700">
            <a:solidFill>
              <a:srgbClr val="356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2157984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" y="2514600"/>
            <a:ext cx="101864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我们不是帮助学生卖东西，而是帮助学生用闲置解决需求。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4290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14E42"/>
          </a:solidFill>
          <a:ln w="12700">
            <a:solidFill>
              <a:srgbClr val="356B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575304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与闲鱼的本质区别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3931920"/>
            <a:ext cx="101864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闲鱼让闲置变现，校换让闲置变有用。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84632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214E42"/>
          </a:solidFill>
          <a:ln w="12700">
            <a:solidFill>
              <a:srgbClr val="356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992624"/>
            <a:ext cx="101864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5349240"/>
            <a:ext cx="101864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AI 实现校园闲置资源的智能交换与价值重构，让无法流通的闲置重新流通，让短期需求无需额外消费即可满足。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0" y="8686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8F3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校换 CampusSwap</dc:title>
  <dc:subject>校换 CampusSwap 项目路演</dc:subject>
  <dc:creator>Codex</dc:creator>
  <cp:lastModifiedBy>Codex</cp:lastModifiedBy>
  <cp:revision>1</cp:revision>
  <dcterms:created xsi:type="dcterms:W3CDTF">2026-06-06T11:24:22Z</dcterms:created>
  <dcterms:modified xsi:type="dcterms:W3CDTF">2026-06-06T11:24:22Z</dcterms:modified>
</cp:coreProperties>
</file>